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94526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187449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DE REDES E COMUNICAÇÕES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226915"/>
            <a:ext cx="8601075" cy="170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Camadas Superiores do Modelo OSI &amp; Funções dos Routers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717585"/>
            <a:ext cx="6762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Beatriz Silva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Nuno Oliveira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Afonso Pedrão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11ºTGPSI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26/27</a:t>
            </a:r>
            <a:endParaRPr sz="15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334125" y="2709862"/>
            <a:ext cx="5248275" cy="1114425"/>
          </a:xfrm>
          <a:prstGeom prst="roundRect">
            <a:avLst>
              <a:gd fmla="val 10256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334125" y="4014787"/>
            <a:ext cx="5248275" cy="1114425"/>
          </a:xfrm>
          <a:prstGeom prst="roundRect">
            <a:avLst>
              <a:gd fmla="val 102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334125" y="2709862"/>
            <a:ext cx="38100" cy="11144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334125" y="4014787"/>
            <a:ext cx="38100" cy="1114425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205037"/>
            <a:ext cx="52673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214562"/>
            <a:ext cx="524827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Geral do Modelo OSI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914400"/>
            <a:ext cx="11582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divisão </a:t>
            </a:r>
            <a:r>
              <a:rPr lang="en-US" sz="13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conceitual</a:t>
            </a: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entre camadas orientadas a software e infraestrutura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62725" y="2900362"/>
            <a:ext cx="56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Camadas Superiores</a:t>
            </a:r>
            <a:r>
              <a:rPr b="1" lang="en-US" sz="1500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5, 6  e 7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62725" y="3195637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Orientadas a aplicações, formatos de dados e sessões de utilizador.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62725" y="4205287"/>
            <a:ext cx="5629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Camadas Inferiores</a:t>
            </a:r>
            <a:r>
              <a:rPr b="1" lang="en-US" sz="15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:1, 2, 3 e 4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62725" y="4500562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Focadas no transporte físico, endereçamento de rede e entrega de dados.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6096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3434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0772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448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448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4480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7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de Aplicação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112395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Ponto de contacto direto com o utilizador final e os serviços de software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85825" y="390525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 a Serviços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858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Protocolos diretos como HTTP, HTTPS, SMTP e DNS.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19625" y="390525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196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Verificação de disponibilidade dos parceiros de comunicação.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3425" y="3905250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Final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534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Suporte imediato a browsers, clientes de e-mail e APIs.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6324600" y="2490787"/>
            <a:ext cx="5257800" cy="895350"/>
          </a:xfrm>
          <a:prstGeom prst="roundRect">
            <a:avLst>
              <a:gd fmla="val 1276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324600" y="3576637"/>
            <a:ext cx="5257800" cy="895350"/>
          </a:xfrm>
          <a:prstGeom prst="roundRect">
            <a:avLst>
              <a:gd fmla="val 1276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324600" y="4662487"/>
            <a:ext cx="5257800" cy="895350"/>
          </a:xfrm>
          <a:prstGeom prst="roundRect">
            <a:avLst>
              <a:gd fmla="val 1276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309812"/>
            <a:ext cx="52578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309812"/>
            <a:ext cx="5257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6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de Apresentação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09600" y="112395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Sintaxe, formatação, encriptação e compressão dos dados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15100" y="2681287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Tradução de Dados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15100" y="2976562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Conversão entre formatos como JSON, XML, ASCII e JPEG.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15100" y="3767137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Criptografia e Segurança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15100" y="4062412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Proteção de dados com protocolos SSL/TLS.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15100" y="4852987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Compressão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15100" y="5148262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do volume de dados para otimização do tráfego.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/>
          <p:nvPr/>
        </p:nvSpPr>
        <p:spPr>
          <a:xfrm>
            <a:off x="6096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3434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077200" y="3171825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4480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4480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4480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5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 de Sessão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09600" y="112395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Estabelecimento, manutenção e sincronização de conexões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85825" y="390525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Controlo do Diálogo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858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Abertura e encerramento de sessões entre aplicações.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19625" y="3905250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Pontos de Controlo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196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Checkpoints para retomar downloads após interrupções.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53425" y="3905250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Modos de Transmissão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353425" y="4238625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Suporte a modos Simplex, Half-Duplex e Full-Duplex.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309812"/>
            <a:ext cx="52578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309812"/>
            <a:ext cx="5257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EQUIPAMENTOS DE REDE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Papel dos Routers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09600" y="112395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Dispositivos chave a operar na Camada 3 (Rede)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09600" y="3324225"/>
            <a:ext cx="5353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Interligação de Redes: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Conexão entre redes distintas (LANs e WANs).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09600" y="3914775"/>
            <a:ext cx="6572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Endereçamento Lógico: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Leitura de cabeçalhos e endereços IP.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09600" y="4286250"/>
            <a:ext cx="5353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Escolha de Rota: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Decisão do caminho ideal para os pacotes de dados.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609600" y="2283618"/>
            <a:ext cx="5391150" cy="1009650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191250" y="2283618"/>
            <a:ext cx="5391150" cy="1009650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09600" y="4755356"/>
            <a:ext cx="5391150" cy="1009650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191250" y="4755356"/>
            <a:ext cx="5391150" cy="1009650"/>
          </a:xfrm>
          <a:prstGeom prst="roundRect">
            <a:avLst>
              <a:gd fmla="val 113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FUNCIONALIDADES CORE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09600" y="6667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Principais Funções dos Routers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09600" y="1123950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Quatro pilares do encaminhamento e gestão de tráfego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7725" y="2521743"/>
            <a:ext cx="64508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Tabelas de Roteamento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47725" y="2836068"/>
            <a:ext cx="614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Encaminhamento de pacotes com base no IP de destino.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429375" y="2521743"/>
            <a:ext cx="5762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 de Broadcast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429375" y="2836068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Divisão de domínios de difusão entre interfaces.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7725" y="4993481"/>
            <a:ext cx="645080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 e NAT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47725" y="5307806"/>
            <a:ext cx="614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Tradução de endereços IP e filtragem via ACLs.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429375" y="4993481"/>
            <a:ext cx="5762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Qualidade de Serviço (QoS)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429375" y="5307806"/>
            <a:ext cx="576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Priorização de tráfego sensível a latência.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